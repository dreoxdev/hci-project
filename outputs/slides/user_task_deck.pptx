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3249C1-7C9A-47CD-8B0D-511CF3B69D63}">
  <a:tblStyle styleId="{433249C1-7C9A-47CD-8B0D-511CF3B69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2" Type="http://schemas.openxmlformats.org/officeDocument/2006/relationships/font" Target="fonts/Inter-regular.fntdata"/><Relationship Id="rId33" Type="http://schemas.openxmlformats.org/officeDocument/2006/relationships/font" Target="fonts/Inter-bold.fntdata"/><Relationship Id="rId34" Type="http://schemas.openxmlformats.org/officeDocument/2006/relationships/font" Target="fonts/Inter-italic.fntdata"/><Relationship Id="rId35" Type="http://schemas.openxmlformats.org/officeDocument/2006/relationships/font" Target="fonts/Inter-boldItalic.fntdata"/><Relationship Id="rId36" Type="http://schemas.openxmlformats.org/officeDocument/2006/relationships/font" Target="fonts/BebasNeue-regular.fntdata"/><Relationship Id="rId37" Type="http://schemas.openxmlformats.org/officeDocument/2006/relationships/font" Target="fonts/Sora-regular.fntdata"/><Relationship Id="rId38" Type="http://schemas.openxmlformats.org/officeDocument/2006/relationships/font" Target="fonts/Sora-bold.fntdata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4" name="Google Shape;84;p13" title="Background 5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24350" y="2300287"/>
            <a:ext cx="354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Progetto 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5000" b="1">
                <a:solidFill>
                  <a:srgbClr val="F8FAFC"/>
                </a:solidFill>
                <a:latin typeface="Sora"/>
              </a:rPr>
              <a:t>User test </a:t>
            </a:r>
            <a:r>
              <a:rPr sz="5000" b="1">
                <a:solidFill>
                  <a:srgbClr val="00CCBC"/>
                </a:solidFill>
                <a:latin typeface="Sora"/>
              </a:rPr>
              <a:t>Deliveroo</a:t>
            </a:r>
            <a:r>
              <a:rPr sz="5000" b="1">
                <a:solidFill>
                  <a:srgbClr val="F8FAFC"/>
                </a:solidFill>
                <a:latin typeface="Sora"/>
              </a:rPr>
              <a:t> vs </a:t>
            </a:r>
            <a:r>
              <a:rPr sz="5000" b="1">
                <a:solidFill>
                  <a:srgbClr val="FFC244"/>
                </a:solidFill>
                <a:latin typeface="Sora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133900" y="4132574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  Anno accademico 2025/2026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1813" y="4525721"/>
            <a:ext cx="245525" cy="192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1824" y="4098413"/>
            <a:ext cx="24552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logo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1302350"/>
            <a:ext cx="762000" cy="76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133900" y="4517849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1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  </a:t>
            </a:r>
            <a:r>
              <a:rPr lang="en-US" sz="1100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Gruppo 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A cosa serve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Questa presentazione serve a guidarti durante il test utente su Deliveroo e Glovo.
Dovrai svolgere 3 task in entrambe le applicazioni. Lo scopo delle task e' di analizzare la app: Non sei sotto esaminazione, la app lo e'!
Durante l'attività' puoi pensare ad alta voce, segnalare dubbi, difficolta' o passaggi poco chiari.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Prima di iniziare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Prima di iniziare: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svolgi un task alla volta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avvisa quando inizi e quando pensi di aver completato il task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se qualcosa non e' chiaro, dillo ad alta voce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200">
                <a:solidFill>
                  <a:srgbClr val="F8FAFC"/>
                </a:solidFill>
                <a:latin typeface="Sora"/>
              </a:rPr>
              <a:t>- </a:t>
            </a:r>
            <a:r>
              <a:rPr sz="2200" b="0" i="0">
                <a:solidFill>
                  <a:srgbClr val="F8FAFC"/>
                </a:solidFill>
                <a:latin typeface="Sora"/>
              </a:rPr>
              <a:t>non inserire dati personali o completare acquisti reali.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Se un task non può' essere completato per motivi tecnici, fermati e descrivi cosa ti ha bloccato.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8" name="Google Shape;108;p15" title="Background 1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Asset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625441" y="2967037"/>
            <a:ext cx="894111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5200" u="none" cap="none" strike="noStrike">
                <a:solidFill>
                  <a:srgbClr val="00CCBC"/>
                </a:solidFill>
                <a:latin typeface="Sora"/>
                <a:ea typeface="Sora"/>
                <a:cs typeface="Sora"/>
                <a:sym typeface="Sora"/>
              </a:rPr>
              <a:t>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5" title="logo_deliveroo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5938" y="1463025"/>
            <a:ext cx="1220100" cy="122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Apri Deliveroo, e inserisci come indirizzo di consegna:
Piazza dell'Ateneo Nuovo, 1, 20126 Milano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Partendo dalla schermata Home:
Trova la lista di ristoranti di Hamburger. In questa lista trova il ristorante Bun Burgers.
Aggiungi un Menù Cheeseburger Singolo, con Patatine Normali e una bibita a piacere.
Procedi fino al Checkout (NON confermare l'ordine)
Ora torna alla Home.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13" name="Google Shape;413;p36" title="Background 6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Deliveroo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Partendo dalla schermata Home: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Apri il carrello con i prodotti che hai aggiunto nel Task Precedente, e modifica l'ordine nei seguenti modi: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1. Anziche' un Cheeseburger Singolo, scegli il Cheeseburger Doppio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2. Adesso, anziche' 1 Menu Cheeseburger Doppio, aumenta a 2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Raggiungi il Checkout e assicurati che l'ordine modificato sia corretto.</a:t>
            </a: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8" name="Google Shape;118;p16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title="Asset 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1750" y="1046500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5200" u="none" cap="none" strike="noStrike">
                <a:solidFill>
                  <a:srgbClr val="FFC244"/>
                </a:solidFill>
                <a:latin typeface="Sora"/>
                <a:ea typeface="Sora"/>
                <a:cs typeface="Sora"/>
                <a:sym typeface="Sora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6" title="logo_glovo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898" y="1454775"/>
            <a:ext cx="1200300" cy="120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 - Task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Apri Glovo, e inserisci come indirizzo di consegna:
Piazza dell'Ateneo Nuovo, 1, 20126 Milano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 - Task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Partendo dalla schermata Home:
Trova la lista di ristoranti di Hamburger. In questa lista trova il ristorante Bun Burgers.
Aggiungi un Menù Cheeseburger Singolo, con Patatine Normali e una bibita a piacere.
Procedi fino al Checkout (NON confermare l'ordine)
Ora torna alla Home.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23" name="Google Shape;423;p37" title="Background 7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Glovo - Task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30000" spcFirstLastPara="1" rIns="130000" wrap="square" tIns="90000">
            <a:norm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 b="0" i="0">
                <a:solidFill>
                  <a:srgbClr val="F8FAFC"/>
                </a:solidFill>
                <a:latin typeface="Sora"/>
              </a:rPr>
              <a:t>Partendo dalla schermata Home: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Apri il carrello con i prodotti che hai aggiunto nel Task Precedente, e modifica l'ordine nei seguenti modi: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1. Anziche' un Cheeseburger Singolo, scegli il Cheeseburger Doppio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2. Adesso, anziche' 1 Menu Cheeseburger Doppio, aumenta a 2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200" b="0" i="0">
                <a:solidFill>
                  <a:srgbClr val="F8FAFC"/>
                </a:solidFill>
                <a:latin typeface="Sora"/>
              </a:rPr>
              <a:t>Raggiungi il Checkout e assicurati che l'ordine modificato sia corretto.</a:t>
            </a: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04" name="Google Shape;404;p35" title="Background 3.png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Conclusione e questionario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>
                <a:solidFill>
                  <a:srgbClr val="F8FAFC"/>
                </a:solidFill>
                <a:latin typeface="Sor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F8FAFC"/>
                </a:solidFill>
                <a:latin typeface="Sora"/>
                <a:ea typeface="Inter"/>
                <a:cs typeface="Inter"/>
                <a:sym typeface="Inter"/>
              </a:rPr>
              <a:t>Bene! Grazie di aver partecipato ai Test.
Prima di concludere, compila il questionario finale:
serve a raccogliere la tua percezione d'uso su Deliveroo e Glovo dopo l'esperienza pratica.
Link questionario:
SURVEY FORMBRICKS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