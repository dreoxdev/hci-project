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24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Bebas Neue"/>
      <p:regular r:id="rId21"/>
    </p:embeddedFont>
    <p:embeddedFont>
      <p:font typeface="Sor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61DEAA-DB44-40C2-881C-6D53FCE2C087}">
  <a:tblStyle styleId="{0D61DEAA-DB44-40C2-881C-6D53FCE2C0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Inter-regular.fntdata"/><Relationship Id="rId18" Type="http://schemas.openxmlformats.org/officeDocument/2006/relationships/font" Target="fonts/Inter-bold.fntdata"/><Relationship Id="rId19" Type="http://schemas.openxmlformats.org/officeDocument/2006/relationships/font" Target="fonts/Inter-italic.fntdata"/><Relationship Id="rId20" Type="http://schemas.openxmlformats.org/officeDocument/2006/relationships/font" Target="fonts/Inter-boldItalic.fntdata"/><Relationship Id="rId21" Type="http://schemas.openxmlformats.org/officeDocument/2006/relationships/font" Target="fonts/BebasNeue-regular.fntdata"/><Relationship Id="rId22" Type="http://schemas.openxmlformats.org/officeDocument/2006/relationships/font" Target="fonts/Sora-regular.fntdata"/><Relationship Id="rId23" Type="http://schemas.openxmlformats.org/officeDocument/2006/relationships/font" Target="fonts/Sora-bold.fntdata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8.png"/><Relationship Id="rId9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21.png"/><Relationship Id="rId9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Background 0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COVER_KICKER"/>
          <p:cNvSpPr txBox="1"/>
          <p:nvPr/>
        </p:nvSpPr>
        <p:spPr>
          <a:xfrm>
            <a:off x="4324350" y="2300287"/>
            <a:ext cx="3543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 u="none" cap="none" strike="noStrike">
                <a:solidFill>
                  <a:srgbClr val="FFD300"/>
                </a:solidFill>
                <a:latin typeface="Inter"/>
                <a:ea typeface="Inter"/>
                <a:cs typeface="Inter"/>
                <a:sym typeface="Inter"/>
              </a:rPr>
              <a:t>UX RESEARCH ANALYSIS</a:t>
            </a:r>
            <a:endParaRPr/>
          </a:p>
        </p:txBody>
      </p:sp>
      <p:sp>
        <p:nvSpPr>
          <p:cNvPr id="87" name="PROJECT_TITLE"/>
          <p:cNvSpPr txBox="1"/>
          <p:nvPr/>
        </p:nvSpPr>
        <p:spPr>
          <a:xfrm>
            <a:off x="2660570" y="2557462"/>
            <a:ext cx="6870858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F5F5F5"/>
                </a:solidFill>
                <a:latin typeface="Sora"/>
              </a:rPr>
              <a:t>[PROJECT_TITLE]</a:t>
            </a:r>
            <a:endParaRPr/>
          </a:p>
        </p:txBody>
      </p:sp>
      <p:sp>
        <p:nvSpPr>
          <p:cNvPr id="88" name="PROJECT_SUBTITLE"/>
          <p:cNvSpPr txBox="1"/>
          <p:nvPr/>
        </p:nvSpPr>
        <p:spPr>
          <a:xfrm>
            <a:off x="4419600" y="3509962"/>
            <a:ext cx="3352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F5FF"/>
                </a:solidFill>
                <a:latin typeface="Inter"/>
              </a:rPr>
              <a:t>[PROJECT_SUBTITLE]</a:t>
            </a:r>
            <a:endParaRPr/>
          </a:p>
        </p:txBody>
      </p:sp>
      <p:sp>
        <p:nvSpPr>
          <p:cNvPr id="89" name="AUTHORS_DATE"/>
          <p:cNvSpPr txBox="1"/>
          <p:nvPr/>
        </p:nvSpPr>
        <p:spPr>
          <a:xfrm>
            <a:off x="6272212" y="4357687"/>
            <a:ext cx="12668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F5F5F5"/>
                </a:solidFill>
                <a:latin typeface="Inter"/>
              </a:rPr>
              <a:t>[AUTHORS]</a:t>
            </a:r>
            <a:br/>
            <a:r>
              <a:rPr sz="600" b="0">
                <a:solidFill>
                  <a:srgbClr val="F5F5F5"/>
                </a:solidFill>
                <a:latin typeface="Inter"/>
              </a:rPr>
              <a:t>[YEAR/DATE]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962" y="4376737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2212" y="4376737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META_TEMPLATE_ID__cover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TEMPLATE_ID:cover;PLACEHOLDERS:PROJECT_TITLE,PROJECT_SUBTITLE,AUTHORS_DATE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SECTION_KICKER"/>
          <p:cNvSpPr txBox="1"/>
          <p:nvPr/>
        </p:nvSpPr>
        <p:spPr>
          <a:xfrm>
            <a:off x="5467350" y="2709862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 u="none" cap="none" strike="noStrike">
                <a:solidFill>
                  <a:srgbClr val="FFD300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/>
          </a:p>
        </p:txBody>
      </p:sp>
      <p:sp>
        <p:nvSpPr>
          <p:cNvPr id="99" name="SECTION_NAME"/>
          <p:cNvSpPr txBox="1"/>
          <p:nvPr/>
        </p:nvSpPr>
        <p:spPr>
          <a:xfrm>
            <a:off x="1625441" y="2967037"/>
            <a:ext cx="8941117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>
                <a:solidFill>
                  <a:srgbClr val="F5F5F5"/>
                </a:solidFill>
                <a:latin typeface="Sora"/>
              </a:rPr>
              <a:t>[SECTION_NAME]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838325" y="4110037"/>
            <a:ext cx="8515350" cy="38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META_TEMPLATE_ID__section_divider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TEMPLATE_ID:section_divider;PLACEHOLDERS:SECTION_NAME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RAPH_TITLE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5F5F5"/>
                </a:solidFill>
                <a:latin typeface="Sora"/>
              </a:rPr>
              <a:t>[GRAPH_TITLE]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META_TEMPLATE_ID__graph_full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TEMPLATE_ID:graph_full;PLACEHOLDERS:GRAPH_TITLE,GRAPH_MAIN,INSIGHT_TEXT</a:t>
            </a:r>
          </a:p>
        </p:txBody>
      </p:sp>
      <p:sp>
        <p:nvSpPr>
          <p:cNvPr id="110" name="GRAPH_MAIN"/>
          <p:cNvSpPr/>
          <p:nvPr/>
        </p:nvSpPr>
        <p:spPr>
          <a:xfrm>
            <a:off x="566928" y="1536192"/>
            <a:ext cx="11045952" cy="3319272"/>
          </a:xfrm>
          <a:prstGeom prst="roundRect">
            <a:avLst/>
          </a:prstGeom>
          <a:noFill/>
          <a:ln w="13970">
            <a:solidFill>
              <a:srgbClr val="00F5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F5FF"/>
                </a:solidFill>
                <a:latin typeface="Inter"/>
              </a:rPr>
              <a:t>[GRAPH_MAIN]</a:t>
            </a:r>
          </a:p>
        </p:txBody>
      </p:sp>
      <p:sp>
        <p:nvSpPr>
          <p:cNvPr id="111" name="INSIGHT_TEXT"/>
          <p:cNvSpPr/>
          <p:nvPr/>
        </p:nvSpPr>
        <p:spPr>
          <a:xfrm>
            <a:off x="566928" y="4956048"/>
            <a:ext cx="11045952" cy="786384"/>
          </a:xfrm>
          <a:prstGeom prst="roundRect">
            <a:avLst/>
          </a:prstGeom>
          <a:noFill/>
          <a:ln w="13970">
            <a:solidFill>
              <a:srgbClr val="FFD3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D300"/>
                </a:solidFill>
                <a:latin typeface="Inter"/>
              </a:rPr>
              <a:t>[INSIGHT_TEXT]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0"/>
            <a:ext cx="11049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33525"/>
            <a:ext cx="533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00275"/>
            <a:ext cx="5334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533525"/>
            <a:ext cx="533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200275"/>
            <a:ext cx="5334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COMPARISON_TITLE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5F5F5"/>
                </a:solidFill>
                <a:latin typeface="Sora"/>
              </a:rPr>
              <a:t>[COMPARISON_TITLE]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9245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META_TEMPLATE_ID__comparison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TEMPLATE_ID:comparison;PLACEHOLDERS:COMPARISON_TITLE,LEFT_GRAPH,RIGHT_GRAPH,SUMMARY_TEXT,LEFT_LABEL,RIGHT_LABEL</a:t>
            </a:r>
          </a:p>
        </p:txBody>
      </p:sp>
      <p:sp>
        <p:nvSpPr>
          <p:cNvPr id="123" name="LEFT_GRAPH"/>
          <p:cNvSpPr/>
          <p:nvPr/>
        </p:nvSpPr>
        <p:spPr>
          <a:xfrm>
            <a:off x="566928" y="2203704"/>
            <a:ext cx="5330952" cy="3227832"/>
          </a:xfrm>
          <a:prstGeom prst="roundRect">
            <a:avLst/>
          </a:prstGeom>
          <a:noFill/>
          <a:ln w="13970">
            <a:solidFill>
              <a:srgbClr val="00F5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F5FF"/>
                </a:solidFill>
                <a:latin typeface="Inter"/>
              </a:rPr>
              <a:t>[LEFT_GRAPH]</a:t>
            </a:r>
          </a:p>
        </p:txBody>
      </p:sp>
      <p:sp>
        <p:nvSpPr>
          <p:cNvPr id="124" name="RIGHT_GRAPH"/>
          <p:cNvSpPr/>
          <p:nvPr/>
        </p:nvSpPr>
        <p:spPr>
          <a:xfrm>
            <a:off x="6291072" y="2203704"/>
            <a:ext cx="5330952" cy="3227832"/>
          </a:xfrm>
          <a:prstGeom prst="roundRect">
            <a:avLst/>
          </a:prstGeom>
          <a:noFill/>
          <a:ln w="13970">
            <a:solidFill>
              <a:srgbClr val="FFD3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D300"/>
                </a:solidFill>
                <a:latin typeface="Inter"/>
              </a:rPr>
              <a:t>[RIGHT_GRAPH]</a:t>
            </a:r>
          </a:p>
        </p:txBody>
      </p:sp>
      <p:sp>
        <p:nvSpPr>
          <p:cNvPr id="125" name="SUMMARY_TEXT"/>
          <p:cNvSpPr/>
          <p:nvPr/>
        </p:nvSpPr>
        <p:spPr>
          <a:xfrm>
            <a:off x="758952" y="5833872"/>
            <a:ext cx="10853928" cy="310896"/>
          </a:xfrm>
          <a:prstGeom prst="roundRect">
            <a:avLst/>
          </a:prstGeom>
          <a:noFill/>
          <a:ln w="13970">
            <a:solidFill>
              <a:srgbClr val="00F5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0F5FF"/>
                </a:solidFill>
                <a:latin typeface="Inter"/>
              </a:rPr>
              <a:t>[SUMMARY_TEXT]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TABLE_TITLE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5F5F5"/>
                </a:solidFill>
                <a:latin typeface="Sora"/>
              </a:rPr>
              <a:t>[TABLE_TITLE]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TABLE_MAIN_EXAMPLE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{0D61DEAA-DB44-40C2-881C-6D53FCE2C087}</a:tableStyleId>
              </a:tblPr>
              <a:tblGrid>
                <a:gridCol w="2702575"/>
                <a:gridCol w="2559550"/>
                <a:gridCol w="2050700"/>
                <a:gridCol w="1494375"/>
                <a:gridCol w="2241800"/>
              </a:tblGrid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TABLE_FOOTNOTE"/>
          <p:cNvSpPr txBox="1"/>
          <p:nvPr/>
        </p:nvSpPr>
        <p:spPr>
          <a:xfrm>
            <a:off x="571500" y="41719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F5F5F5"/>
                </a:solidFill>
                <a:latin typeface="Inter"/>
              </a:rPr>
              <a:t>[TABLE_FOOTNOTE]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71500" y="2009775"/>
            <a:ext cx="2702569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274069" y="2009775"/>
            <a:ext cx="2559546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833616" y="2009775"/>
            <a:ext cx="2050702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7884318" y="2009775"/>
            <a:ext cx="1494383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9378701" y="2009775"/>
            <a:ext cx="2241798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71500" y="2509837"/>
            <a:ext cx="270256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3274069" y="2509837"/>
            <a:ext cx="2559546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833616" y="2509837"/>
            <a:ext cx="2050702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884318" y="2509837"/>
            <a:ext cx="149438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9378701" y="2509837"/>
            <a:ext cx="2241798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1500" y="2995612"/>
            <a:ext cx="270256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274069" y="2995612"/>
            <a:ext cx="2559546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833616" y="2995612"/>
            <a:ext cx="2050702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884318" y="2995612"/>
            <a:ext cx="149438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378701" y="2995612"/>
            <a:ext cx="2241798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3481387"/>
            <a:ext cx="270256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274069" y="3481387"/>
            <a:ext cx="2559546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833616" y="3481387"/>
            <a:ext cx="2050702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884318" y="3481387"/>
            <a:ext cx="149438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9378701" y="3481387"/>
            <a:ext cx="2241798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3967162"/>
            <a:ext cx="270256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274069" y="3967162"/>
            <a:ext cx="2559546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33616" y="3967162"/>
            <a:ext cx="2050702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884318" y="3967162"/>
            <a:ext cx="149438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9378701" y="3967162"/>
            <a:ext cx="2241798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META_TEMPLATE_ID__table_large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TEMPLATE_ID:table_large;PLACEHOLDERS:TABLE_TITLE,TABLE_MAIN,TABLE_FOOTNOTE</a:t>
            </a:r>
          </a:p>
        </p:txBody>
      </p:sp>
      <p:sp>
        <p:nvSpPr>
          <p:cNvPr id="157" name="TABLE_MAIN"/>
          <p:cNvSpPr/>
          <p:nvPr/>
        </p:nvSpPr>
        <p:spPr>
          <a:xfrm>
            <a:off x="566928" y="1536192"/>
            <a:ext cx="11045952" cy="2432304"/>
          </a:xfrm>
          <a:prstGeom prst="roundRect">
            <a:avLst/>
          </a:prstGeom>
          <a:noFill/>
          <a:ln w="13970">
            <a:solidFill>
              <a:srgbClr val="00F5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F5FF"/>
                </a:solidFill>
                <a:latin typeface="Inter"/>
              </a:rPr>
              <a:t>[TABLE_MAIN]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title="Background 2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533525"/>
            <a:ext cx="42672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FINDINGS_TITLE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5F5F5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FINDING_1"/>
          <p:cNvSpPr txBox="1"/>
          <p:nvPr/>
        </p:nvSpPr>
        <p:spPr>
          <a:xfrm>
            <a:off x="911850" y="2011050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5F5F5"/>
                </a:solidFill>
                <a:latin typeface="Inter"/>
              </a:rPr>
              <a:t>[FINDING_1]</a:t>
            </a:r>
            <a:endParaRPr/>
          </a:p>
        </p:txBody>
      </p:sp>
      <p:sp>
        <p:nvSpPr>
          <p:cNvPr id="165" name="FINDING_2"/>
          <p:cNvSpPr txBox="1"/>
          <p:nvPr/>
        </p:nvSpPr>
        <p:spPr>
          <a:xfrm>
            <a:off x="911850" y="2706375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5F5F5"/>
                </a:solidFill>
                <a:latin typeface="Inter"/>
              </a:rPr>
              <a:t>[FINDING_2]</a:t>
            </a:r>
            <a:endParaRPr/>
          </a:p>
        </p:txBody>
      </p:sp>
      <p:sp>
        <p:nvSpPr>
          <p:cNvPr id="166" name="FINDING_3"/>
          <p:cNvSpPr txBox="1"/>
          <p:nvPr/>
        </p:nvSpPr>
        <p:spPr>
          <a:xfrm>
            <a:off x="911850" y="3401700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5F5F5"/>
                </a:solidFill>
                <a:latin typeface="Inter"/>
              </a:rPr>
              <a:t>[FINDING_3]</a:t>
            </a:r>
            <a:endParaRPr/>
          </a:p>
        </p:txBody>
      </p:sp>
      <p:sp>
        <p:nvSpPr>
          <p:cNvPr id="167" name="FINDING_4"/>
          <p:cNvSpPr txBox="1"/>
          <p:nvPr/>
        </p:nvSpPr>
        <p:spPr>
          <a:xfrm>
            <a:off x="911850" y="4097025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5F5F5"/>
                </a:solidFill>
                <a:latin typeface="Inter"/>
              </a:rPr>
              <a:t>[FINDING_4]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850" y="2011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850" y="2706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850" y="3401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850" y="40970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META_TEMPLATE_ID__findings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TEMPLATE_ID:findings;PLACEHOLDERS:FINDINGS_TITLE,FINDING_1,FINDING_2,FINDING_3,FINDING_4,MINI_GRAPH</a:t>
            </a:r>
          </a:p>
        </p:txBody>
      </p:sp>
      <p:sp>
        <p:nvSpPr>
          <p:cNvPr id="173" name="MINI_GRAPH"/>
          <p:cNvSpPr/>
          <p:nvPr/>
        </p:nvSpPr>
        <p:spPr>
          <a:xfrm>
            <a:off x="7351775" y="1536192"/>
            <a:ext cx="4270248" cy="2852928"/>
          </a:xfrm>
          <a:prstGeom prst="roundRect">
            <a:avLst/>
          </a:prstGeom>
          <a:noFill/>
          <a:ln w="13970">
            <a:solidFill>
              <a:srgbClr val="00F5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5FF"/>
                </a:solidFill>
                <a:latin typeface="Inter"/>
              </a:rPr>
              <a:t>[MINI_GRAPH]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3535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TASK_TITLE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5F5F5"/>
                </a:solidFill>
                <a:latin typeface="Sora"/>
              </a:rPr>
              <a:t>[TASK_TITLE]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5335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D300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/>
          </a:p>
        </p:txBody>
      </p:sp>
      <p:sp>
        <p:nvSpPr>
          <p:cNvPr id="181" name="TASK_DESCRIPTION"/>
          <p:cNvSpPr txBox="1"/>
          <p:nvPr/>
        </p:nvSpPr>
        <p:spPr>
          <a:xfrm>
            <a:off x="571500" y="1895475"/>
            <a:ext cx="5334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>
                <a:solidFill>
                  <a:srgbClr val="F5F5F5"/>
                </a:solidFill>
                <a:latin typeface="Inter"/>
              </a:rPr>
              <a:t>[TASK_DESCRIPTION]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2000" y="2764035"/>
            <a:ext cx="5200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D300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762000" y="3059310"/>
            <a:ext cx="495300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762000" y="3249810"/>
            <a:ext cx="866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/>
          </a:p>
        </p:txBody>
      </p:sp>
      <p:sp>
        <p:nvSpPr>
          <p:cNvPr id="186" name="SUCCESS_RATE_VALUE"/>
          <p:cNvSpPr txBox="1"/>
          <p:nvPr/>
        </p:nvSpPr>
        <p:spPr>
          <a:xfrm>
            <a:off x="762000" y="3402210"/>
            <a:ext cx="8667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5F5F5"/>
                </a:solidFill>
                <a:latin typeface="Inter"/>
              </a:rPr>
              <a:t>[SUCCESS_RATE]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067300" y="3249810"/>
            <a:ext cx="533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/>
          </a:p>
        </p:txBody>
      </p:sp>
      <p:sp>
        <p:nvSpPr>
          <p:cNvPr id="188" name="AVG_TIME_VALUE"/>
          <p:cNvSpPr txBox="1"/>
          <p:nvPr/>
        </p:nvSpPr>
        <p:spPr>
          <a:xfrm>
            <a:off x="5067300" y="3402210"/>
            <a:ext cx="647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5F5F5"/>
                </a:solidFill>
                <a:latin typeface="Inter"/>
              </a:rPr>
              <a:t>[AVG_TIME]</a:t>
            </a:r>
            <a:endParaRPr/>
          </a:p>
        </p:txBody>
      </p:sp>
      <p:sp>
        <p:nvSpPr>
          <p:cNvPr id="189" name="META_TEMPLATE_ID__task_results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TEMPLATE_ID:task_results;PLACEHOLDERS:TASK_TITLE,TASK_DESCRIPTION,TASK_SCREENSHOT,SUCCESS_RATE_VALUE,AVG_TIME_VALUE</a:t>
            </a:r>
          </a:p>
        </p:txBody>
      </p:sp>
      <p:sp>
        <p:nvSpPr>
          <p:cNvPr id="190" name="TASK_SCREENSHOT"/>
          <p:cNvSpPr/>
          <p:nvPr/>
        </p:nvSpPr>
        <p:spPr>
          <a:xfrm>
            <a:off x="6291072" y="1536192"/>
            <a:ext cx="5330952" cy="4754880"/>
          </a:xfrm>
          <a:prstGeom prst="roundRect">
            <a:avLst/>
          </a:prstGeom>
          <a:noFill/>
          <a:ln w="13970">
            <a:solidFill>
              <a:srgbClr val="FFD3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D300"/>
                </a:solidFill>
                <a:latin typeface="Inter"/>
              </a:rPr>
              <a:t>[TASK_SCREENSHOT]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QUESTION_TITLE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5F5F5"/>
                </a:solidFill>
                <a:latin typeface="Sora"/>
              </a:rPr>
              <a:t>[QUESTION_TITLE]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MEAN_VALUE"/>
          <p:cNvSpPr txBox="1"/>
          <p:nvPr/>
        </p:nvSpPr>
        <p:spPr>
          <a:xfrm>
            <a:off x="76200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5F5F5"/>
                </a:solidFill>
                <a:latin typeface="Inter"/>
              </a:rPr>
              <a:t>[MEAN_VALUE]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6200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/>
          </a:p>
        </p:txBody>
      </p:sp>
      <p:sp>
        <p:nvSpPr>
          <p:cNvPr id="203" name="STD_VALUE"/>
          <p:cNvSpPr txBox="1"/>
          <p:nvPr/>
        </p:nvSpPr>
        <p:spPr>
          <a:xfrm>
            <a:off x="357187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5F5F5"/>
                </a:solidFill>
                <a:latin typeface="Inter"/>
              </a:rPr>
              <a:t>[STD_VALUE]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357187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/>
          </a:p>
        </p:txBody>
      </p:sp>
      <p:sp>
        <p:nvSpPr>
          <p:cNvPr id="205" name="MIN_VALUE"/>
          <p:cNvSpPr txBox="1"/>
          <p:nvPr/>
        </p:nvSpPr>
        <p:spPr>
          <a:xfrm>
            <a:off x="638175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5F5F5"/>
                </a:solidFill>
                <a:latin typeface="Inter"/>
              </a:rPr>
              <a:t>[MIN_VALUE]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38175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/>
          </a:p>
        </p:txBody>
      </p:sp>
      <p:sp>
        <p:nvSpPr>
          <p:cNvPr id="207" name="MAX_VALUE"/>
          <p:cNvSpPr txBox="1"/>
          <p:nvPr/>
        </p:nvSpPr>
        <p:spPr>
          <a:xfrm>
            <a:off x="919162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5F5F5"/>
                </a:solidFill>
                <a:latin typeface="Inter"/>
              </a:rPr>
              <a:t>[MAX_VALUE]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19162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/>
          </a:p>
        </p:txBody>
      </p:sp>
      <p:sp>
        <p:nvSpPr>
          <p:cNvPr id="209" name="META_TEMPLATE_ID__ueq_question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TEMPLATE_ID:ueq_question;PLACEHOLDERS:QUESTION_TITLE,BOXPLOT,MEAN_VALUE,STD_VALUE,MIN_VALUE,MAX_VALUE</a:t>
            </a:r>
          </a:p>
        </p:txBody>
      </p:sp>
      <p:sp>
        <p:nvSpPr>
          <p:cNvPr id="210" name="BOXPLOT"/>
          <p:cNvSpPr/>
          <p:nvPr/>
        </p:nvSpPr>
        <p:spPr>
          <a:xfrm>
            <a:off x="566928" y="1536192"/>
            <a:ext cx="11045952" cy="3337560"/>
          </a:xfrm>
          <a:prstGeom prst="roundRect">
            <a:avLst/>
          </a:prstGeom>
          <a:noFill/>
          <a:ln w="13970">
            <a:solidFill>
              <a:srgbClr val="00F5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F5FF"/>
                </a:solidFill>
                <a:latin typeface="Inter"/>
              </a:rPr>
              <a:t>[BOXPLOT]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90950"/>
            <a:ext cx="11049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2291" y="194696"/>
            <a:ext cx="2003417" cy="1053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FINAL_TITLE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Sora"/>
                <a:ea typeface="Sora"/>
                <a:cs typeface="Sora"/>
                <a:sym typeface="Sora"/>
              </a:rPr>
              <a:t>FINAL VERDICT &amp; CONCLUSIONS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866775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C7C7"/>
                </a:solidFill>
                <a:latin typeface="Inter"/>
                <a:ea typeface="Inter"/>
                <a:cs typeface="Inter"/>
                <a:sym typeface="Inter"/>
              </a:rPr>
              <a:t>DELIVEROO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534150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D300"/>
                </a:solidFill>
                <a:latin typeface="Inter"/>
                <a:ea typeface="Inter"/>
                <a:cs typeface="Inter"/>
                <a:sym typeface="Inter"/>
              </a:rPr>
              <a:t>GLOVO</a:t>
            </a:r>
            <a:endParaRPr/>
          </a:p>
        </p:txBody>
      </p:sp>
      <p:sp>
        <p:nvSpPr>
          <p:cNvPr id="222" name="DELIVEROO_STRENGTH_1"/>
          <p:cNvSpPr txBox="1"/>
          <p:nvPr/>
        </p:nvSpPr>
        <p:spPr>
          <a:xfrm>
            <a:off x="1247775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/>
          </a:p>
        </p:txBody>
      </p:sp>
      <p:sp>
        <p:nvSpPr>
          <p:cNvPr id="223" name="DELIVEROO_STRENGTH_2"/>
          <p:cNvSpPr txBox="1"/>
          <p:nvPr/>
        </p:nvSpPr>
        <p:spPr>
          <a:xfrm>
            <a:off x="1247775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/>
          </a:p>
        </p:txBody>
      </p:sp>
      <p:sp>
        <p:nvSpPr>
          <p:cNvPr id="224" name="DELIVEROO_WEAKNESS"/>
          <p:cNvSpPr txBox="1"/>
          <p:nvPr/>
        </p:nvSpPr>
        <p:spPr>
          <a:xfrm>
            <a:off x="1247775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4B4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/>
          </a:p>
        </p:txBody>
      </p:sp>
      <p:sp>
        <p:nvSpPr>
          <p:cNvPr id="225" name="GLOVO_STRENGTH_1"/>
          <p:cNvSpPr txBox="1"/>
          <p:nvPr/>
        </p:nvSpPr>
        <p:spPr>
          <a:xfrm>
            <a:off x="6915150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/>
          </a:p>
        </p:txBody>
      </p:sp>
      <p:sp>
        <p:nvSpPr>
          <p:cNvPr id="226" name="GLOVO_STRENGTH_2"/>
          <p:cNvSpPr txBox="1"/>
          <p:nvPr/>
        </p:nvSpPr>
        <p:spPr>
          <a:xfrm>
            <a:off x="6915150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/>
          </a:p>
        </p:txBody>
      </p:sp>
      <p:sp>
        <p:nvSpPr>
          <p:cNvPr id="227" name="GLOVO_WEAKNESS"/>
          <p:cNvSpPr txBox="1"/>
          <p:nvPr/>
        </p:nvSpPr>
        <p:spPr>
          <a:xfrm>
            <a:off x="6915150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4B4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/>
          </a:p>
        </p:txBody>
      </p:sp>
      <p:pic>
        <p:nvPicPr>
          <p:cNvPr descr="image.png" id="228" name="Google Shape;22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886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886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7775" y="2900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15150" y="290036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META_TEMPLATE_ID__final_verdict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TEMPLATE_ID:final_verdict;PLACEHOLDERS:FINAL_TITLE,DELIVEROO_STRENGTH_1,DELIVEROO_STRENGTH_2,DELIVEROO_WEAKNESS,GLOVO_STRENGTH_1,GLOVO_STRENGTH_2,GLOVO_WEAKNESS,SUMMARY_GRAPH,WINNER_LABEL</a:t>
            </a:r>
          </a:p>
        </p:txBody>
      </p:sp>
      <p:sp>
        <p:nvSpPr>
          <p:cNvPr id="237" name="SUMMARY_GRAPH"/>
          <p:cNvSpPr/>
          <p:nvPr/>
        </p:nvSpPr>
        <p:spPr>
          <a:xfrm>
            <a:off x="566928" y="3794760"/>
            <a:ext cx="11045952" cy="1426464"/>
          </a:xfrm>
          <a:prstGeom prst="roundRect">
            <a:avLst/>
          </a:prstGeom>
          <a:noFill/>
          <a:ln w="13970">
            <a:solidFill>
              <a:srgbClr val="00F5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5FF"/>
                </a:solidFill>
                <a:latin typeface="Inter"/>
              </a:rPr>
              <a:t>[SUMMARY_GRAPH]</a:t>
            </a:r>
          </a:p>
        </p:txBody>
      </p:sp>
      <p:sp>
        <p:nvSpPr>
          <p:cNvPr id="238" name="WINNER_LABEL"/>
          <p:cNvSpPr/>
          <p:nvPr/>
        </p:nvSpPr>
        <p:spPr>
          <a:xfrm>
            <a:off x="9409176" y="192024"/>
            <a:ext cx="2002536" cy="1051560"/>
          </a:xfrm>
          <a:prstGeom prst="roundRect">
            <a:avLst/>
          </a:prstGeom>
          <a:noFill/>
          <a:ln w="13970">
            <a:solidFill>
              <a:srgbClr val="FFD3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D300"/>
                </a:solidFill>
                <a:latin typeface="Inter"/>
              </a:rPr>
              <a:t>[WINNER_LABEL]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SOURCES_TITLE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IMAGE SOURCES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SOURCES_LIST"/>
          <p:cNvSpPr txBox="1"/>
          <p:nvPr/>
        </p:nvSpPr>
        <p:spPr>
          <a:xfrm>
            <a:off x="1666875" y="1719262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https://s3.envato.com/files/390502005/01_Preview.__large_preview.png</a:t>
            </a:r>
            <a:endParaRPr/>
          </a:p>
        </p:txBody>
      </p:sp>
      <p:sp>
        <p:nvSpPr>
          <p:cNvPr id="245" name="SOURCES_LIST"/>
          <p:cNvSpPr txBox="1"/>
          <p:nvPr/>
        </p:nvSpPr>
        <p:spPr>
          <a:xfrm>
            <a:off x="1666875" y="1919287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themeforest.net</a:t>
            </a:r>
            <a:endParaRPr/>
          </a:p>
        </p:txBody>
      </p:sp>
      <p:sp>
        <p:nvSpPr>
          <p:cNvPr id="246" name="META_TEMPLATE_ID__sources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TEMPLATE_ID:sources;PLACEHOLDERS:SOURCES_LIST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FERENCE_TITLE"/>
          <p:cNvSpPr txBox="1"/>
          <p:nvPr/>
        </p:nvSpPr>
        <p:spPr>
          <a:xfrm>
            <a:off x="566928" y="41148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Sora"/>
              </a:rPr>
              <a:t>PYTHON TEMPLATE MAP</a:t>
            </a:r>
          </a:p>
        </p:txBody>
      </p:sp>
      <p:sp>
        <p:nvSpPr>
          <p:cNvPr id="4" name="REF_ROW_cover"/>
          <p:cNvSpPr/>
          <p:nvPr/>
        </p:nvSpPr>
        <p:spPr>
          <a:xfrm>
            <a:off x="566928" y="1143000"/>
            <a:ext cx="11064240" cy="347472"/>
          </a:xfrm>
          <a:prstGeom prst="rect">
            <a:avLst/>
          </a:prstGeom>
          <a:solidFill>
            <a:srgbClr val="101010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F_TEMPLATE_cover"/>
          <p:cNvSpPr txBox="1"/>
          <p:nvPr/>
        </p:nvSpPr>
        <p:spPr>
          <a:xfrm>
            <a:off x="676656" y="121615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cover</a:t>
            </a:r>
          </a:p>
        </p:txBody>
      </p:sp>
      <p:sp>
        <p:nvSpPr>
          <p:cNvPr id="6" name="REF_PLACEHOLDERS_cover"/>
          <p:cNvSpPr txBox="1"/>
          <p:nvPr/>
        </p:nvSpPr>
        <p:spPr>
          <a:xfrm>
            <a:off x="3401568" y="121615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PROJECT_TITLE, PROJECT_SUBTITLE, AUTHORS_DATE</a:t>
            </a:r>
          </a:p>
        </p:txBody>
      </p:sp>
      <p:sp>
        <p:nvSpPr>
          <p:cNvPr id="7" name="REF_ROW_section_divider"/>
          <p:cNvSpPr/>
          <p:nvPr/>
        </p:nvSpPr>
        <p:spPr>
          <a:xfrm>
            <a:off x="566928" y="1527048"/>
            <a:ext cx="11064240" cy="347472"/>
          </a:xfrm>
          <a:prstGeom prst="rect">
            <a:avLst/>
          </a:prstGeom>
          <a:solidFill>
            <a:srgbClr val="1C1C1C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F_TEMPLATE_section_divider"/>
          <p:cNvSpPr txBox="1"/>
          <p:nvPr/>
        </p:nvSpPr>
        <p:spPr>
          <a:xfrm>
            <a:off x="676656" y="16002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section_divider</a:t>
            </a:r>
          </a:p>
        </p:txBody>
      </p:sp>
      <p:sp>
        <p:nvSpPr>
          <p:cNvPr id="9" name="REF_PLACEHOLDERS_section_divider"/>
          <p:cNvSpPr txBox="1"/>
          <p:nvPr/>
        </p:nvSpPr>
        <p:spPr>
          <a:xfrm>
            <a:off x="3401568" y="1600200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SECTION_NAME</a:t>
            </a:r>
          </a:p>
        </p:txBody>
      </p:sp>
      <p:sp>
        <p:nvSpPr>
          <p:cNvPr id="10" name="REF_ROW_graph_full"/>
          <p:cNvSpPr/>
          <p:nvPr/>
        </p:nvSpPr>
        <p:spPr>
          <a:xfrm>
            <a:off x="566928" y="1911095"/>
            <a:ext cx="11064240" cy="347472"/>
          </a:xfrm>
          <a:prstGeom prst="rect">
            <a:avLst/>
          </a:prstGeom>
          <a:solidFill>
            <a:srgbClr val="101010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F_TEMPLATE_graph_full"/>
          <p:cNvSpPr txBox="1"/>
          <p:nvPr/>
        </p:nvSpPr>
        <p:spPr>
          <a:xfrm>
            <a:off x="676656" y="19842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graph_full</a:t>
            </a:r>
          </a:p>
        </p:txBody>
      </p:sp>
      <p:sp>
        <p:nvSpPr>
          <p:cNvPr id="12" name="REF_PLACEHOLDERS_graph_full"/>
          <p:cNvSpPr txBox="1"/>
          <p:nvPr/>
        </p:nvSpPr>
        <p:spPr>
          <a:xfrm>
            <a:off x="3401568" y="1984248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GRAPH_TITLE, GRAPH_MAIN, INSIGHT_TEXT</a:t>
            </a:r>
          </a:p>
        </p:txBody>
      </p:sp>
      <p:sp>
        <p:nvSpPr>
          <p:cNvPr id="13" name="REF_ROW_comparison"/>
          <p:cNvSpPr/>
          <p:nvPr/>
        </p:nvSpPr>
        <p:spPr>
          <a:xfrm>
            <a:off x="566928" y="2295144"/>
            <a:ext cx="11064240" cy="347472"/>
          </a:xfrm>
          <a:prstGeom prst="rect">
            <a:avLst/>
          </a:prstGeom>
          <a:solidFill>
            <a:srgbClr val="1C1C1C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F_TEMPLATE_comparison"/>
          <p:cNvSpPr txBox="1"/>
          <p:nvPr/>
        </p:nvSpPr>
        <p:spPr>
          <a:xfrm>
            <a:off x="676656" y="2368296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comparison</a:t>
            </a:r>
          </a:p>
        </p:txBody>
      </p:sp>
      <p:sp>
        <p:nvSpPr>
          <p:cNvPr id="15" name="REF_PLACEHOLDERS_comparison"/>
          <p:cNvSpPr txBox="1"/>
          <p:nvPr/>
        </p:nvSpPr>
        <p:spPr>
          <a:xfrm>
            <a:off x="3401568" y="2368296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COMPARISON_TITLE, LEFT_GRAPH, RIGHT_GRAPH, SUMMARY_TEXT</a:t>
            </a:r>
          </a:p>
        </p:txBody>
      </p:sp>
      <p:sp>
        <p:nvSpPr>
          <p:cNvPr id="16" name="REF_ROW_table_large"/>
          <p:cNvSpPr/>
          <p:nvPr/>
        </p:nvSpPr>
        <p:spPr>
          <a:xfrm>
            <a:off x="566928" y="2679191"/>
            <a:ext cx="11064240" cy="347472"/>
          </a:xfrm>
          <a:prstGeom prst="rect">
            <a:avLst/>
          </a:prstGeom>
          <a:solidFill>
            <a:srgbClr val="101010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F_TEMPLATE_table_large"/>
          <p:cNvSpPr txBox="1"/>
          <p:nvPr/>
        </p:nvSpPr>
        <p:spPr>
          <a:xfrm>
            <a:off x="676656" y="2752344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table_large</a:t>
            </a:r>
          </a:p>
        </p:txBody>
      </p:sp>
      <p:sp>
        <p:nvSpPr>
          <p:cNvPr id="18" name="REF_PLACEHOLDERS_table_large"/>
          <p:cNvSpPr txBox="1"/>
          <p:nvPr/>
        </p:nvSpPr>
        <p:spPr>
          <a:xfrm>
            <a:off x="3401568" y="2752344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TABLE_TITLE, TABLE_MAIN, TABLE_FOOTNOTE</a:t>
            </a:r>
          </a:p>
        </p:txBody>
      </p:sp>
      <p:sp>
        <p:nvSpPr>
          <p:cNvPr id="19" name="REF_ROW_findings"/>
          <p:cNvSpPr/>
          <p:nvPr/>
        </p:nvSpPr>
        <p:spPr>
          <a:xfrm>
            <a:off x="566928" y="3063240"/>
            <a:ext cx="11064240" cy="347472"/>
          </a:xfrm>
          <a:prstGeom prst="rect">
            <a:avLst/>
          </a:prstGeom>
          <a:solidFill>
            <a:srgbClr val="1C1C1C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F_TEMPLATE_findings"/>
          <p:cNvSpPr txBox="1"/>
          <p:nvPr/>
        </p:nvSpPr>
        <p:spPr>
          <a:xfrm>
            <a:off x="676656" y="313639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findings</a:t>
            </a:r>
          </a:p>
        </p:txBody>
      </p:sp>
      <p:sp>
        <p:nvSpPr>
          <p:cNvPr id="21" name="REF_PLACEHOLDERS_findings"/>
          <p:cNvSpPr txBox="1"/>
          <p:nvPr/>
        </p:nvSpPr>
        <p:spPr>
          <a:xfrm>
            <a:off x="3401568" y="3136392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FINDINGS_TITLE, FINDING_1..4, MINI_GRAPH</a:t>
            </a:r>
          </a:p>
        </p:txBody>
      </p:sp>
      <p:sp>
        <p:nvSpPr>
          <p:cNvPr id="22" name="REF_ROW_task_results"/>
          <p:cNvSpPr/>
          <p:nvPr/>
        </p:nvSpPr>
        <p:spPr>
          <a:xfrm>
            <a:off x="566928" y="3447288"/>
            <a:ext cx="11064240" cy="347472"/>
          </a:xfrm>
          <a:prstGeom prst="rect">
            <a:avLst/>
          </a:prstGeom>
          <a:solidFill>
            <a:srgbClr val="101010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F_TEMPLATE_task_results"/>
          <p:cNvSpPr txBox="1"/>
          <p:nvPr/>
        </p:nvSpPr>
        <p:spPr>
          <a:xfrm>
            <a:off x="676656" y="35204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task_results</a:t>
            </a:r>
          </a:p>
        </p:txBody>
      </p:sp>
      <p:sp>
        <p:nvSpPr>
          <p:cNvPr id="24" name="REF_PLACEHOLDERS_task_results"/>
          <p:cNvSpPr txBox="1"/>
          <p:nvPr/>
        </p:nvSpPr>
        <p:spPr>
          <a:xfrm>
            <a:off x="3401568" y="3520440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TASK_TITLE, TASK_DESCRIPTION, TASK_SCREENSHOT, SUCCESS_RATE_VALUE, AVG_TIME_VALUE</a:t>
            </a:r>
          </a:p>
        </p:txBody>
      </p:sp>
      <p:sp>
        <p:nvSpPr>
          <p:cNvPr id="25" name="REF_ROW_ueq_question"/>
          <p:cNvSpPr/>
          <p:nvPr/>
        </p:nvSpPr>
        <p:spPr>
          <a:xfrm>
            <a:off x="566928" y="3831335"/>
            <a:ext cx="11064240" cy="347472"/>
          </a:xfrm>
          <a:prstGeom prst="rect">
            <a:avLst/>
          </a:prstGeom>
          <a:solidFill>
            <a:srgbClr val="1C1C1C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F_TEMPLATE_ueq_question"/>
          <p:cNvSpPr txBox="1"/>
          <p:nvPr/>
        </p:nvSpPr>
        <p:spPr>
          <a:xfrm>
            <a:off x="676656" y="3904487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ueq_question</a:t>
            </a:r>
          </a:p>
        </p:txBody>
      </p:sp>
      <p:sp>
        <p:nvSpPr>
          <p:cNvPr id="27" name="REF_PLACEHOLDERS_ueq_question"/>
          <p:cNvSpPr txBox="1"/>
          <p:nvPr/>
        </p:nvSpPr>
        <p:spPr>
          <a:xfrm>
            <a:off x="3401568" y="3904487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QUESTION_TITLE, BOXPLOT, MEAN_VALUE, STD_VALUE, MIN_VALUE, MAX_VALUE</a:t>
            </a:r>
          </a:p>
        </p:txBody>
      </p:sp>
      <p:sp>
        <p:nvSpPr>
          <p:cNvPr id="28" name="REF_ROW_final_verdict"/>
          <p:cNvSpPr/>
          <p:nvPr/>
        </p:nvSpPr>
        <p:spPr>
          <a:xfrm>
            <a:off x="566928" y="4215383"/>
            <a:ext cx="11064240" cy="347472"/>
          </a:xfrm>
          <a:prstGeom prst="rect">
            <a:avLst/>
          </a:prstGeom>
          <a:solidFill>
            <a:srgbClr val="101010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F_TEMPLATE_final_verdict"/>
          <p:cNvSpPr txBox="1"/>
          <p:nvPr/>
        </p:nvSpPr>
        <p:spPr>
          <a:xfrm>
            <a:off x="676656" y="4288536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final_verdict</a:t>
            </a:r>
          </a:p>
        </p:txBody>
      </p:sp>
      <p:sp>
        <p:nvSpPr>
          <p:cNvPr id="30" name="REF_PLACEHOLDERS_final_verdict"/>
          <p:cNvSpPr txBox="1"/>
          <p:nvPr/>
        </p:nvSpPr>
        <p:spPr>
          <a:xfrm>
            <a:off x="3401568" y="4288536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FINAL_TITLE, DELIVEROO_*, GLOVO_*, SUMMARY_GRAPH, WINNER_LABEL</a:t>
            </a:r>
          </a:p>
        </p:txBody>
      </p:sp>
      <p:sp>
        <p:nvSpPr>
          <p:cNvPr id="31" name="REF_ROW_sources"/>
          <p:cNvSpPr/>
          <p:nvPr/>
        </p:nvSpPr>
        <p:spPr>
          <a:xfrm>
            <a:off x="566928" y="4599431"/>
            <a:ext cx="11064240" cy="347472"/>
          </a:xfrm>
          <a:prstGeom prst="rect">
            <a:avLst/>
          </a:prstGeom>
          <a:solidFill>
            <a:srgbClr val="1C1C1C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F_TEMPLATE_sources"/>
          <p:cNvSpPr txBox="1"/>
          <p:nvPr/>
        </p:nvSpPr>
        <p:spPr>
          <a:xfrm>
            <a:off x="676656" y="4672583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Inter"/>
              </a:rPr>
              <a:t>sources</a:t>
            </a:r>
          </a:p>
        </p:txBody>
      </p:sp>
      <p:sp>
        <p:nvSpPr>
          <p:cNvPr id="33" name="REF_PLACEHOLDERS_sources"/>
          <p:cNvSpPr txBox="1"/>
          <p:nvPr/>
        </p:nvSpPr>
        <p:spPr>
          <a:xfrm>
            <a:off x="3401568" y="4672583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F5F5F5"/>
                </a:solidFill>
                <a:latin typeface="Inter"/>
              </a:rPr>
              <a:t>SOURCES_TITLE, SOURCES_LIST</a:t>
            </a:r>
          </a:p>
        </p:txBody>
      </p:sp>
      <p:sp>
        <p:nvSpPr>
          <p:cNvPr id="34" name="REFERENCE_NOTE"/>
          <p:cNvSpPr txBox="1"/>
          <p:nvPr/>
        </p:nvSpPr>
        <p:spPr>
          <a:xfrm>
            <a:off x="566928" y="57150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C8C8C"/>
                </a:solidFill>
                <a:latin typeface="Inter"/>
              </a:rPr>
              <a:t>Uso consigliato: Codex/Python deve cercare prima META_TEMPLATE_ID__*, poi duplicare la slide e sostituire le shape con questi name. Le shape grafiche grandi sono placeholder con contorno tratteggiato.</a:t>
            </a:r>
          </a:p>
        </p:txBody>
      </p:sp>
      <p:sp>
        <p:nvSpPr>
          <p:cNvPr id="35" name="META_TEMPLATE_ID__reference_map"/>
          <p:cNvSpPr txBox="1"/>
          <p:nvPr/>
        </p:nvSpPr>
        <p:spPr>
          <a:xfrm>
            <a:off x="45720" y="6684264"/>
            <a:ext cx="2560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000000"/>
                </a:solidFill>
                <a:latin typeface="Inter"/>
              </a:rPr>
              <a:t>TEMPLATE_ID:reference_map;PLACEHOLDERS:REFERENCE_ONLY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