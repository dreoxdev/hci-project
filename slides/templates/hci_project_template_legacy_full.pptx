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Inter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Sor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3249C1-7C9A-47CD-8B0D-511CF3B69D63}">
  <a:tblStyle styleId="{433249C1-7C9A-47CD-8B0D-511CF3B69D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Sora-regular.fntdata"/><Relationship Id="rId14" Type="http://schemas.openxmlformats.org/officeDocument/2006/relationships/slide" Target="slides/slide8.xml"/><Relationship Id="rId36" Type="http://schemas.openxmlformats.org/officeDocument/2006/relationships/font" Target="fonts/BebasNeue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Sor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1" name="Google Shape;421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2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2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2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24350" y="2300287"/>
            <a:ext cx="354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Progetto HCI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60570" y="2557462"/>
            <a:ext cx="687085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[PROJECT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419600" y="3509962"/>
            <a:ext cx="3352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[SUBTITLE GOES HERE]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133900" y="4132574"/>
            <a:ext cx="192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  [YEAR/DATE]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1813" y="4525721"/>
            <a:ext cx="245525" cy="192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1824" y="4098413"/>
            <a:ext cx="24552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TEMPLATE_ID:cover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title="logo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1302350"/>
            <a:ext cx="762000" cy="76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5133900" y="4517849"/>
            <a:ext cx="192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35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[AUTHORS]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Asset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TEMPLATE_ID:section_divider_neutral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title="Asset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625441" y="2967037"/>
            <a:ext cx="894111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TEMPLATE_ID:section_divider_deliveroo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5" title="logo_deliveroo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5938" y="1463025"/>
            <a:ext cx="1220100" cy="122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title="Asset 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1750" y="1046500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TEMPLATE_ID:section_divider_glovo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6" title="logo_glovo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5898" y="1454775"/>
            <a:ext cx="1200300" cy="120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TEMPLATE_ID:graph_full_neutral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TEMPLATE_ID:graph_full_deliveroo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TEMPLATE_ID:graph_full_glovo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 title="Background 0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9350"/>
            <a:ext cx="5334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39350"/>
            <a:ext cx="5334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[COMPARISON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4955150"/>
            <a:ext cx="11049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TEMPLATE_ID:comparison_neutral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21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{433249C1-7C9A-47CD-8B0D-511CF3B69D63}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21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TEMPLATE_ID:table_large_neutral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2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22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{433249C1-7C9A-47CD-8B0D-511CF3B69D63}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22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TEMPLATE_ID:table_large_deliveroo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23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{433249C1-7C9A-47CD-8B0D-511CF3B69D63}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23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TEMPLATE_ID:table_large_glovo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968113" y="250927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968113" y="320460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968113" y="389992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968113" y="459525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4" name="Google Shape;20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TEMPLATE_ID:findings_neutral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968125" y="250927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968125" y="320460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968125" y="389992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968125" y="459525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TEMPLATE_ID:findings_deliveroo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6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968113" y="250927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968113" y="320460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968113" y="389992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968113" y="459525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TEMPLATE_ID:findings_glovo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7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571500" y="15335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571500" y="1895475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6" name="Google Shape;25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733350" y="4955873"/>
            <a:ext cx="185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4670000" y="5079723"/>
            <a:ext cx="159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TEMPLATE_ID:task_results_neutral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8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571500" y="15335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571500" y="1895475"/>
            <a:ext cx="5334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4" name="Google Shape;27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8"/>
          <p:cNvSpPr txBox="1"/>
          <p:nvPr/>
        </p:nvSpPr>
        <p:spPr>
          <a:xfrm>
            <a:off x="733350" y="4955873"/>
            <a:ext cx="185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8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 txBox="1"/>
          <p:nvPr/>
        </p:nvSpPr>
        <p:spPr>
          <a:xfrm>
            <a:off x="4670000" y="5079723"/>
            <a:ext cx="16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TEMPLATE_ID:task_results_deliveroo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 txBox="1"/>
          <p:nvPr/>
        </p:nvSpPr>
        <p:spPr>
          <a:xfrm>
            <a:off x="571500" y="15335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571500" y="1895475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2" name="Google Shape;29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9"/>
          <p:cNvSpPr txBox="1"/>
          <p:nvPr/>
        </p:nvSpPr>
        <p:spPr>
          <a:xfrm>
            <a:off x="733350" y="4955873"/>
            <a:ext cx="185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4670000" y="5079723"/>
            <a:ext cx="159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TEMPLATE_ID:task_results_glovo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76200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76200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357187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357187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638175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638175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919162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919162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TEMPLATE_ID:ueq_question_neutral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1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76200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76200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357187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357187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638175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638175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919162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919162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TEMPLATE_ID:ueq_question_deliveroo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2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 txBox="1"/>
          <p:nvPr/>
        </p:nvSpPr>
        <p:spPr>
          <a:xfrm>
            <a:off x="76200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2"/>
          <p:cNvSpPr txBox="1"/>
          <p:nvPr/>
        </p:nvSpPr>
        <p:spPr>
          <a:xfrm>
            <a:off x="76200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357187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2"/>
          <p:cNvSpPr txBox="1"/>
          <p:nvPr/>
        </p:nvSpPr>
        <p:spPr>
          <a:xfrm>
            <a:off x="357187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638175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2"/>
          <p:cNvSpPr txBox="1"/>
          <p:nvPr/>
        </p:nvSpPr>
        <p:spPr>
          <a:xfrm>
            <a:off x="638175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2"/>
          <p:cNvSpPr txBox="1"/>
          <p:nvPr/>
        </p:nvSpPr>
        <p:spPr>
          <a:xfrm>
            <a:off x="919162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2"/>
          <p:cNvSpPr txBox="1"/>
          <p:nvPr/>
        </p:nvSpPr>
        <p:spPr>
          <a:xfrm>
            <a:off x="919162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TEMPLATE_ID:ueq_question_glovo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3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90950"/>
            <a:ext cx="11049000" cy="24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2291" y="194696"/>
            <a:ext cx="2003417" cy="105308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FINAL VERDICT &amp; CONCLUSIONS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866775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3"/>
          <p:cNvSpPr txBox="1"/>
          <p:nvPr/>
        </p:nvSpPr>
        <p:spPr>
          <a:xfrm>
            <a:off x="6534150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1247775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1247775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3"/>
          <p:cNvSpPr txBox="1"/>
          <p:nvPr/>
        </p:nvSpPr>
        <p:spPr>
          <a:xfrm>
            <a:off x="1247775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6915150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3"/>
          <p:cNvSpPr txBox="1"/>
          <p:nvPr/>
        </p:nvSpPr>
        <p:spPr>
          <a:xfrm>
            <a:off x="6915150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 txBox="1"/>
          <p:nvPr/>
        </p:nvSpPr>
        <p:spPr>
          <a:xfrm>
            <a:off x="6915150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2" name="Google Shape;382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3146" y="2876563"/>
            <a:ext cx="23585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866085"/>
            <a:ext cx="228600" cy="24003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3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TEMPLATE_ID:final_verdict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4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4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6" name="Google Shape;39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1666875" y="171926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https://s3.envato.com/files/390502005/01_Preview.__large_preview.png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1666875" y="1919287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Source: themeforest.net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5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TEMPLATE_ID:text_only_neutral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6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6"/>
          <p:cNvSpPr txBox="1"/>
          <p:nvPr/>
        </p:nvSpPr>
        <p:spPr>
          <a:xfrm>
            <a:off x="-18288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TEMPLATE_ID:text_only_deliveroo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36" title="logo_deliveroo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7500" y="391352"/>
            <a:ext cx="914400" cy="9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7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 txBox="1"/>
          <p:nvPr/>
        </p:nvSpPr>
        <p:spPr>
          <a:xfrm>
            <a:off x="-18288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TEMPLATE_ID:text_only_glovo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7" title="logo_glovo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00325" y="416263"/>
            <a:ext cx="891600" cy="8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